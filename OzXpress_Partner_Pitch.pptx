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9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OZ-XPRESS PARTNER PROGRAM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Conversation.</a:t>
            </a:r>
            <a:endParaRPr lang="en-US" sz="4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 Per Job. Forever.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11480" y="34290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8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businesses on your route are already paying for delivery. Make sure you're getting a cut.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4480560"/>
            <a:ext cx="2011680" cy="36576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DM Mono, Arial" pitchFamily="34" charset="0"/>
                <a:ea typeface="DM Mono, Arial" pitchFamily="34" charset="-122"/>
                <a:cs typeface="DM Mono, Arial" pitchFamily="34" charset="-120"/>
              </a:rPr>
              <a:t>oz-xpress  ×  FOXinGREEN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introduction. Commissions forever.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these businesses.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 you walk past furniture stores, thrift shops, and mattress stores. These businesses move inventory constantly — and they need reliable same-day delivery.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deal: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introduce one of those businesses to oz-xpress. They become a customer. Every single time they book a job — you earn $5. Automatically. No follow-up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760720" y="1371600"/>
            <a:ext cx="2926080" cy="1371600"/>
          </a:xfrm>
          <a:prstGeom prst="rect">
            <a:avLst/>
          </a:prstGeom>
          <a:solidFill>
            <a:srgbClr val="1C1A3E"/>
          </a:solidFill>
          <a:ln/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0" y="14447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C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760720" y="2240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8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2926080"/>
            <a:ext cx="2926080" cy="1371600"/>
          </a:xfrm>
          <a:prstGeom prst="rect">
            <a:avLst/>
          </a:prstGeom>
          <a:solidFill>
            <a:srgbClr val="F9C200"/>
          </a:solidFill>
          <a:ln/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299923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Forever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760720" y="3794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long as they book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calls. No back-and-forth. It just works.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9344"/>
            <a:ext cx="502920" cy="502920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22311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introduce the account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276148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on your route. Show them oz-xpress on your iPad. Create a free account for them on the spot — 2 minutes.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609344"/>
            <a:ext cx="502920" cy="502920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64992" y="22311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book online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276148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opens the app or website. Enters pickup details. Confirms the booking. No phone calls. No back-and-forth.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609344"/>
            <a:ext cx="502920" cy="502920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6093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9632" y="22311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arrives. Job done.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2761488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oz-xpress dispatches a driver. Your referral is logged. $5 goes into your account. Every time. No exceptions.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480560"/>
            <a:ext cx="8366760" cy="438912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80560"/>
            <a:ext cx="8366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today. Your client gets it today. — 100% online, zero human back-and-forth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9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add up faster than you think.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06040" cy="2834640"/>
          </a:xfrm>
          <a:prstGeom prst="rect">
            <a:avLst/>
          </a:prstGeom>
          <a:solidFill>
            <a:srgbClr val="2A2756"/>
          </a:solidFill>
          <a:ln w="12700">
            <a:solidFill>
              <a:srgbClr val="3D3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accounts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" y="20299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9C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$250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75488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(avg 10 jobs each)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06040" cy="2834640"/>
          </a:xfrm>
          <a:prstGeom prst="rect">
            <a:avLst/>
          </a:prstGeom>
          <a:solidFill>
            <a:srgbClr val="2A2756"/>
          </a:solidFill>
          <a:ln w="12700">
            <a:solidFill>
              <a:srgbClr val="3D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012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accounts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128" y="20299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9C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310128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passive income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06040" cy="2834640"/>
          </a:xfrm>
          <a:prstGeom prst="rect">
            <a:avLst/>
          </a:prstGeom>
          <a:solidFill>
            <a:srgbClr val="2A2756"/>
          </a:solidFill>
          <a:ln w="12700">
            <a:solidFill>
              <a:srgbClr val="3D3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44768" y="1664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accounts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44768" y="2029968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9C2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44768" y="3017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— doing nothing extra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8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$5/job commission × avg 10 bookings/month per account. Accounts that book more = you earn more.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ACCOUNTS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walk past them every day.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3776" y="16367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🛋️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9264" y="16184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Stores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30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inventory movement. Need pickups and deliveries weekly.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28416" y="16367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🛏️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03904" y="16184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Mattress Stores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130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volume, awkward to transport. Perfect for oz-xpress vans.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16367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♻️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38544" y="161848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Thrift &amp; Resale Shops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72200" y="21305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pickups from donors. Consistent, recurring jobs.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081528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" y="320954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9264" y="3191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Decor &amp; Design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properties, showroom deliveries. High-value clients.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3081528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28416" y="320954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03904" y="3191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Galleries &amp; Studios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Artwork pickups, gallery installations. Fragile, high-value, recurring.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081528"/>
            <a:ext cx="26060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63056" y="3209544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38544" y="319125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Estate Sales &amp; Auction Houses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72200" y="37033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volume of items after every sale. Time-sensitive, high frequency.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Here's exactly what to say.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12080" cy="3337560"/>
          </a:xfrm>
          <a:prstGeom prst="rect">
            <a:avLst/>
          </a:prstGeom>
          <a:solidFill>
            <a:srgbClr val="1C1A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109728" cy="3337560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say: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 — I'm with oz-xpress. We've been moving New York for 35 years. I want to show you something new we just launched — takes 30 seconds." [show iPad]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"Same-day van delivery for businesses like yours — furniture, inventory, whatever needs to move. Pay-per-job, no contracts.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create a free account for you right now. Your team books from their phone or computer, driver shows up same day. That's it."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144768" y="1508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35 Years in NY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4768" y="18196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credibility. "35 years" builds instant trust before you say anything else.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2532888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2624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Show the iPad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44768" y="2935224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up the presentation or the booking app. Visual proof beats words every time.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89320" y="3648456"/>
            <a:ext cx="27432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44768" y="37398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Create the account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44768" y="405079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to set them up free, on the spot. Remove every barrier. They use it — you earn $5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OBJECTIONS &amp; ANSWERS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they might say — and how you answer.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481328"/>
            <a:ext cx="4069080" cy="54864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910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already have a delivery company."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"That's fine — most of our best accounts had one before us too. They keep us as backup for overflow or same-day jobs. No commitment needed."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81328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81328"/>
            <a:ext cx="4069080" cy="54864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59105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much does it cost?"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975104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"Pay per job — no monthly fees, no contracts. We have 3 simple rates depending on the size of the job: $99, $149, or $249. You only pay when you actually need a pickup."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145536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145536"/>
            <a:ext cx="4069080" cy="54864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552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not the decision maker."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 problem — can I leave a card for the owner? Or is there a good time to come back when they're in?"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145536"/>
            <a:ext cx="40690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45536"/>
            <a:ext cx="4069080" cy="54864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552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don't need delivery right now."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639312"/>
            <a:ext cx="3794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"Totally understand. Just keep the number saved for when you do — same-day bookings are our specialty. No pressure."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OZ-XPRESS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businesses will love what you're offering.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50876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61288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" y="211226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Businesses can book in the morning and have a pickup done by afternoon. NYC speed.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58968" y="1709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Teams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58968" y="211226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movers, insured vans, no-drama service. Businesses can rely on us repeatedly.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172968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61288" y="33741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Booking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" y="377647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your phone or computer through your personalized account. No calls, no back-and-forth.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172968"/>
            <a:ext cx="40690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58968" y="337413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Per Job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58968" y="377647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monthly fees. No contracts. They only pay when they actually use the service.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D2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route, planned in seconds.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44752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oz-xpress Route Planner?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tool built for the oz-xpress sales team. You pick your neighborhood and how many stops you want — it generates an optimized walking route with the best target businesses, timed stop by stop.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wandering, you walk a calculated route — hitting the highest-potential accounts in the least time. More introductions per day = more accounts = more passive income.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0" y="1481328"/>
            <a:ext cx="324612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14416" y="1728216"/>
            <a:ext cx="402336" cy="402336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14416" y="1728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08192" y="15727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neighborhood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08192" y="193852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SoHo, Chelsea, UES, and 9 more NYC areas.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2615184"/>
            <a:ext cx="324612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14416" y="2862072"/>
            <a:ext cx="402336" cy="402336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14416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08192" y="2706624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number of stops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08192" y="307238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to 10 stops per route session.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749040"/>
            <a:ext cx="3246120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14416" y="3995928"/>
            <a:ext cx="402336" cy="402336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14416" y="3995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08192" y="384048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your optimized route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08192" y="420624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Walking order, timed stops, best accounts shown on a live map.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now at ozxpress-routes.netlify.app — open it on your iPad before every shift.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9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earning this week.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" y="2350008"/>
            <a:ext cx="347472" cy="347472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23317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manager you're in — we'll set you up in the system in 10 minutes.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008376"/>
            <a:ext cx="347472" cy="347472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008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9900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Route Planner on your iPad. Go out on your normal route.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3666744"/>
            <a:ext cx="347472" cy="347472"/>
          </a:xfrm>
          <a:prstGeom prst="ellipse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A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364845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B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oz-xpress to 3 businesses. Create their free account on the spot. When they book — you're earning $5.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4480560"/>
            <a:ext cx="2011680" cy="36576"/>
          </a:xfrm>
          <a:prstGeom prst="rect">
            <a:avLst/>
          </a:prstGeom>
          <a:solidFill>
            <a:srgbClr val="F9C200"/>
          </a:solidFill>
          <a:ln w="12700">
            <a:solidFill>
              <a:srgbClr val="F9C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oz-xpress  ×  FOXinGREEN  |  Questions? Ask your manager.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oz-xpress Partner Commission Program</dc:title>
  <dc:subject>PptxGenJS Presentation</dc:subject>
  <dc:creator>FOXinGREEN</dc:creator>
  <cp:lastModifiedBy>FOXinGREEN</cp:lastModifiedBy>
  <cp:revision>1</cp:revision>
  <dcterms:created xsi:type="dcterms:W3CDTF">2026-05-28T20:37:28Z</dcterms:created>
  <dcterms:modified xsi:type="dcterms:W3CDTF">2026-05-28T20:37:28Z</dcterms:modified>
</cp:coreProperties>
</file>